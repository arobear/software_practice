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DFEB-0040-F176-EBC1-85876482C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BEC5C-FA35-5B93-C74A-D2855147F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92E9B-FDA7-7C47-87B1-F64E1D02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1FEE6-B984-A7B7-62E2-63A00485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B455A-3132-B2A0-1399-3A97A1DC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1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B378-5D8E-7672-1077-79B19A9EA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6B175-4307-937D-5471-D53097CB6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E0B88-C486-E663-5B8B-FB3C8061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33184-2C3F-2A9B-033D-D8082973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B21C7-96F5-FA47-24AE-E5EDE147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3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83-6AD1-D881-808E-725BFDA3F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EBCA0-BA7D-ED8F-5B6E-09BF68B60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9D1D2-03F2-1C67-731E-A275633C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360CF-25BD-47F1-9DA3-F8288257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DAE27-2F56-0EAD-5389-FA7C1B4A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3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5D40-2353-E43A-75FB-54A37BCA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D6596-9405-0D8E-017A-722B18E69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15E15-A909-E907-A674-C1BECC59B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46493-C7AE-6C0A-18FA-1F9A4FEB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8E496-F794-C722-E0F0-2B32D9DB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7D05D-4CDA-B739-67B4-8F8140A2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3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FADE-23DF-C541-9013-8CB1170D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B7EE5-D86E-3458-CAC8-3F1F815E9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8ABD7-A175-F753-036D-803CC8537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B42A9-E60D-FD48-0469-2E61B7B7E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AD9A4-50D5-C9C0-8161-0A3A431E1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80C24-8B90-45FE-D3DA-04ABDB86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3B664E-9F12-DE89-2EEB-37DF7A14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EB5D7-A653-18A6-91C6-BED7EE4D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6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AF7B-4527-C4FE-EB87-8D5F4C38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BD327-952B-3E79-3C6B-150F36BE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DDD3B-1A83-8C7B-90DB-B78B28DB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C9FC0-ED57-17F3-6789-F9047164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7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327D8-AA50-E8F5-EF4F-13E8BDA7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491B6-4F0E-3A37-A59C-0FB60A21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43228-2334-9512-88D7-429F4C6B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9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4D9D1-C4ED-11F1-1789-167DAE68B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39B6-1486-7E8A-D952-DAEA0951E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7BA46-D012-20E3-B64B-FD583E14D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20012-A26C-6D06-7E8D-687D7934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C8A3B-0C8D-04D2-5B3B-2C02BFBF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176F0-3C1A-3A55-04DD-A844CAA7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9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2E03-E134-9508-4092-E3D2B4A6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C1BCC-494A-1BAD-29EA-CB1FB524512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D13B4-D048-86BE-18A7-50EA16BCD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58D97-2C4C-768A-DEFD-5A366F4E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D8EC3-A6CE-9754-7C58-823E478D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8E153-AFD5-986C-56B9-BDA7D0C2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8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150C-F735-2052-6479-16F7BF80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1FE27-2635-8D6C-8222-90E17AAB2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7D158-460C-496A-235B-DF8F93ED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9F970-0B02-AEB9-8537-2464E789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7CD6B-91A1-B52B-5ACB-DD8B0160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3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FEDF8B-8953-F513-1CDA-2CC41B17D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128BD-63ED-7669-8E00-79F621140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FF5E2-6E82-C94E-AB64-83A75266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7744E-19CB-BF09-0593-A787D5BE2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7ECAD-5637-862E-A5E2-2C25138C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4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713B4B-01C9-0AFF-FB52-1596E3F3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46643-10C0-E2E4-B269-1C4C06184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49962-DC19-1D68-8B0B-8E812AC02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5EB76-0721-478D-BA55-CB7F1FE4543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A2929-B0B3-793C-DF83-16264A765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D3D6A-A2E7-D9E7-1504-0E5363F95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59917-E242-4DEB-A9CA-91CAAB9ED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0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992B-7FEE-26CD-A83F-F1958C922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1765F-A4F2-BB74-9E69-C8C05724B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95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0AD9-9BF1-5B86-F952-6BE59E93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02DE9-327C-5EB4-8065-8EC576863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651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Software</vt:lpstr>
      <vt:lpstr>topic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FATEMA AROBI</dc:creator>
  <cp:lastModifiedBy>FATEMA AROBI</cp:lastModifiedBy>
  <cp:revision>1</cp:revision>
  <dcterms:created xsi:type="dcterms:W3CDTF">2026-10-27T03:13:03Z</dcterms:created>
  <dcterms:modified xsi:type="dcterms:W3CDTF">2026-10-27T03:13:48Z</dcterms:modified>
</cp:coreProperties>
</file>